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8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 ·  AGENTIC EDITION  ·  PROBLEM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Prompt Injection Firewall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neutralizing malicious instructions embedded in content before they influence AI agent behavior.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47320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dirty="0">
                <a:solidFill>
                  <a:schemeClr val="bg1"/>
                </a:solidFill>
              </a:rPr>
              <a:t>reddyjahnavi3013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declared: Depth D2 · Features F2 (5 of 9 attack types)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that read the web can be talked into anything the web tells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content is a potential attacker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messages, PDFs, emails, web pages and API responses can all carry hidden instructions aimed at the model, not the user.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54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injection both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doesn't need access to the chat — planting text in a document an agent later reads is enough.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89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are autonomous, not just conversational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548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agent doesn't just say the wrong thing — it can call tools, send data, or take real actions.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138160" y="2331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attack categories this firewall is designed to recognize — from instruction override to indirect injection.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firewall that escalates only when it needs 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incoming content is intercepted before it reaches the protected agent, scored by three escalating layers, and either passed, sanitized, blocked, or flagged — with a full reasoning trail.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first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23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heuristics catch obvious attacks instantly, at near-zero cost per request.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548640" cy="54864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on ambiguity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023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uncertain content reaches semantic similarity, then the LLM judge — keeping the system fast and affordable.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58200" y="278892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582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not just alerts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023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Blocks, sanitizes, or routes to human review — and logs every decision for audit and retraining.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600" dirty="0"/>
          </a:p>
        </p:txBody>
      </p:sp>
      <p:pic>
        <p:nvPicPr>
          <p:cNvPr id="4" name="Image 0" descr="/home/claude/architecture.png"/>
          <p:cNvPicPr>
            <a:picLocks noChangeAspect="1"/>
          </p:cNvPicPr>
          <p:nvPr/>
        </p:nvPicPr>
        <p:blipFill>
          <a:blip r:embed="rId3"/>
          <a:srcRect l="-340" r="-340"/>
          <a:stretch/>
        </p:blipFill>
        <p:spPr>
          <a:xfrm>
            <a:off x="502920" y="1417320"/>
            <a:ext cx="11155680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goal: never let an attack through undetected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filter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and rule-based checks for known phrasing: instruction overrides, role-change language, encoded payloads, suspicious markup comments. Catches ~35% instantly.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B4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6344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content and compares it against a curated corpus of known attacks using vector similarity — catches paraphrased and reworded attempts heuristics miss.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0392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 (agent)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7432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still ambiguous, an LLM reasons over full context and returns structured JSON: attack type, confidence, and recommended action. Used sparingly — it's the most expensive layer.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· F2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attack types, declared and proven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target Solution Features level F2 (5 of 9 categories) at Solution Depth D2 — structured/textual input, high demonstrable reliability.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THIS 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29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Extraction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096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Instructions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4690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(F3 ROADMAP)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423160"/>
            <a:ext cx="320040" cy="320040"/>
          </a:xfrm>
          <a:prstGeom prst="ellipse">
            <a:avLst/>
          </a:prstGeom>
          <a:solidFill>
            <a:srgbClr val="C7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990088"/>
            <a:ext cx="320040" cy="320040"/>
          </a:xfrm>
          <a:prstGeom prst="ellipse">
            <a:avLst/>
          </a:prstGeom>
          <a:solidFill>
            <a:srgbClr val="C7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557016"/>
            <a:ext cx="320040" cy="320040"/>
          </a:xfrm>
          <a:prstGeom prst="ellipse">
            <a:avLst/>
          </a:prstGeom>
          <a:solidFill>
            <a:srgbClr val="C7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529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4123944"/>
            <a:ext cx="320040" cy="320040"/>
          </a:xfrm>
          <a:prstGeom prst="ellipse">
            <a:avLst/>
          </a:prstGeom>
          <a:solidFill>
            <a:srgbClr val="C7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40080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096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Jailbreaks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alone isn't a firewall — action 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match. Content never reaches the agent; requester sees a clear refusal.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&amp; pass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688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segment is stripped; the remaining legitimate content still reaches the agent.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03920" y="1920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50392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4688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novel pattern. Routed to a human reviewer and logged for corpus retraining.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driven by a policy table mapping (attack_type, confidence) → action — tunable per deployment without touching the detection layers.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traceable, auditable, and improvable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trace per request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fired, the score at each stage, and the reasoning behind the final verdict.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70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Per-attack-type precision &amp; recall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43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tracking detection quality separately for each of the 5 covered attack types.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30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queue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03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and novel cases are queued for a reviewer rather than silently allowed or blocked.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90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into Layer 2's corpus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634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cases are added back to the similarity corpus, so the firewall improves with use.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64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309360" y="1764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/ rule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816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27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· FAISS / Chroma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7432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309360" y="2816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127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structured JSON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867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788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BeautifulSoup · python-docx · email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794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09360" y="3867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1788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table (attack_type, confidence) →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77240" y="4919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230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· metrics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8463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309360" y="4919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230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 showing pipeline + verdict live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SELF-DECLARED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position on the 9-blocker 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8920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Features →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87452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737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F1/D1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03504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F2/D1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737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17804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F3/D1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880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920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F1/D2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880360"/>
            <a:ext cx="114300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F2/D2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2880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780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F3/D2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4023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92040" y="4023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F1/D3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4023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035040" y="4023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F2/D3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4023360"/>
            <a:ext cx="11430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178040" y="4023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F3/D3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182880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 · F2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26060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Structured/textual input across 5 sources, with 5 of 9 attack categories detected at high demonstrable reliability — proven with a labeled corpus, not just claimed.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(FILL IN FROM YOUR TEST RUN)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against our labeled test corpus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3756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2648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&lt;400ms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Layer 1+2 latency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1540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9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covered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figures — replace with numbers from your own test corpus run before presenting.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F3 / D3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pipeline for image-embedded instructions and scanned documents.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97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4 attack types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abuse, credential theft, context poisoning, multi-step jailbreaks.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046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corpus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 the similarity layer from the human-review feedback loop.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Prompt Injection Firewall  ·  ET AI Hackathon, Agentic Edition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7bd1f64-4ecb-43d7-94b5-4669091ae21c}" enabled="1" method="Privileged" siteId="{72b17115-9915-42c0-9f1b-4f98e5a4bcd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936</Words>
  <Application>Microsoft Office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Reddy Jahnavi, Muthyala</cp:lastModifiedBy>
  <cp:revision>3</cp:revision>
  <dcterms:created xsi:type="dcterms:W3CDTF">2026-09-23T11:41:03Z</dcterms:created>
  <dcterms:modified xsi:type="dcterms:W3CDTF">2026-09-30T16:08:39Z</dcterms:modified>
</cp:coreProperties>
</file>